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39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228C58E-8077-A841-EC8C-8712AF517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9AE915D7-4FA7-E516-F843-D63DB8671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C880DDA-C1F5-526E-4D12-A5EA1CEE5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A61628F1-24D3-CE08-2C93-C268E0E9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AC8D461-4DC1-5ED3-1F58-5BB85A12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5853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E7A1295-75AE-FD0B-5DD8-9ABA48D41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9A37759-D379-0B0D-6E72-6FE10ABA0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C323A37E-C8D9-5140-2992-95B046AA1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08E4465B-9EB1-E9D1-8A50-EB0629ED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35C3E3B-ED8D-6065-535A-07088D00C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483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B1A776D-9CB0-CD0A-5B1A-F18C8306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288FE5AC-A76A-5CD9-559A-4C52C2FE1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34F05BF0-E0E4-14BE-556A-7C30EEFB9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9668038-4044-51EC-D18A-C14789DF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5DE07F3-419F-0E9B-6582-60B6339A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1611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6A3DF969-6507-E4DC-CF0A-20B57BEB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52F8278E-F654-2B26-E394-A65AFBC8C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335DD1DC-742F-3994-731B-E0CE89175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61925C6-8429-11A5-F8FC-C22EDB72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8ED1B832-1526-B3E8-6502-7D65F92A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BC6D334-F5F1-B990-EF68-74AC0AB83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64416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F6EF3D62-F4CD-AC1C-06BC-E6B2708C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02693AEB-E234-B328-2D15-01CF998D4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31F7EFD-0ABF-710E-ADDE-083B1F6658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76BC3EC2-9858-290F-4109-B65EDBD866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85CD6F2C-5522-5238-F92D-847B347A7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D61C48DE-769E-F9AA-70E1-D7D08BE45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CA0DBDD1-D796-51AD-3B13-31BE5161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10390390-384C-362A-E223-5DC5CE234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8104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202C859-6941-F0CC-8CAA-A197EAE7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52B09109-83C6-DC20-449D-A296DEAD8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2F66AF4A-EE26-BFA1-96D4-751F1C51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6BA4063B-8A02-DEC1-33A4-9C61AD7B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2969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32AD9CE1-4EB0-6275-D4A1-7D8A4740F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7E5D1796-6C1C-3F1E-F974-5403AB88B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6F7B8CA9-710B-5A80-DCDA-48A71065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36412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2601392-A037-BBD1-91B4-546549FB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91BE2C92-F2CF-1FC3-365C-F7F3C7026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F886CA21-7D59-5FE8-5A4E-F90E74FF2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1DB39E5A-DD95-4B56-F635-3A204CD9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0BC5FAC7-4C7C-36EC-484F-EC714CBF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3DDD987-EDEF-7013-5C84-07A60AF5F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114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C549571-A3B7-2F1A-3A3F-412FBC80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B76E415E-66B3-123A-6793-25331C0B24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E67A3706-28AB-3053-A3A9-3AFB5F83C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E1E01B5F-7D24-CC69-CC5A-16E8B0A0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2525FBD5-EAF4-E412-EE8D-0013A75C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352500EA-DF69-99D2-39C3-9910EE214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3327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4250C19-8A70-0963-B2C7-F2D6F48B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E33C327-A754-CA53-65BD-A27211912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D128F0CD-4138-F332-709F-FD935D10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791EAC96-4EFA-5809-04A1-847BA2E38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E7D2E349-D031-D18E-0DF4-A5E18145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92046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852FE82B-F328-5DB2-BA61-07CBD7B364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70F67FB3-73D3-3B31-0735-DB1007B026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3096E6D-135F-F18F-AB47-382E47D88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4D50C97-4642-8257-53A6-59D1CB4D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F9529E20-42E0-2D89-E667-7F5E04233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7991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07E32790-0888-4073-623E-0467C90F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AD60E4D7-EEBF-5705-009D-90AF8A81F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38ABA4-E225-BC1F-D643-47BBA021B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B85D8-71B6-4B1D-A898-81E366424CC3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CDBDD486-31E8-9856-DAB5-557B3F65C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F661E27-49AC-0E3B-54E5-DE957D81BA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0D1AC-9D14-420E-9F5B-9DC6D1DE884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79204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1AC036B-39A2-2D96-6049-60209A8DC2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3B5DB7A4-DDA7-DE7F-F941-CB077E134A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529BECCF-77C5-586F-65F5-10E313DE9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7E621B40-BE74-3F05-4B20-305E15B2CDA4}"/>
              </a:ext>
            </a:extLst>
          </p:cNvPr>
          <p:cNvSpPr txBox="1"/>
          <p:nvPr/>
        </p:nvSpPr>
        <p:spPr>
          <a:xfrm>
            <a:off x="0" y="3255962"/>
            <a:ext cx="5271247" cy="1951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sz="2800" b="1" u="sng" dirty="0" err="1">
                <a:solidFill>
                  <a:schemeClr val="bg2">
                    <a:lumMod val="10000"/>
                  </a:schemeClr>
                </a:solidFill>
              </a:rPr>
              <a:t>Pitch</a:t>
            </a:r>
            <a:r>
              <a:rPr lang="vi-VN" sz="2800" b="1" u="sng" dirty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vi-VN" sz="2800" b="1" u="sng" dirty="0" err="1">
                <a:solidFill>
                  <a:schemeClr val="bg2">
                    <a:lumMod val="10000"/>
                  </a:schemeClr>
                </a:solidFill>
              </a:rPr>
              <a:t>Deck</a:t>
            </a:r>
            <a:r>
              <a:rPr lang="vi-VN" sz="2800" b="1" u="sng" dirty="0">
                <a:solidFill>
                  <a:schemeClr val="bg2">
                    <a:lumMod val="10000"/>
                  </a:schemeClr>
                </a:solidFill>
              </a:rPr>
              <a:t> gọi vốn, </a:t>
            </a:r>
          </a:p>
          <a:p>
            <a:pPr>
              <a:lnSpc>
                <a:spcPct val="150000"/>
              </a:lnSpc>
            </a:pPr>
            <a:r>
              <a:rPr lang="vi-VN" sz="2800" b="1" u="sng" dirty="0">
                <a:solidFill>
                  <a:schemeClr val="bg2">
                    <a:lumMod val="10000"/>
                  </a:schemeClr>
                </a:solidFill>
              </a:rPr>
              <a:t>tên :NGUYỄN THỊ HỒNG HUỆ</a:t>
            </a:r>
          </a:p>
          <a:p>
            <a:pPr>
              <a:lnSpc>
                <a:spcPct val="150000"/>
              </a:lnSpc>
            </a:pPr>
            <a:r>
              <a:rPr lang="vi-VN" sz="2800" b="1" u="sng" dirty="0">
                <a:solidFill>
                  <a:schemeClr val="bg2">
                    <a:lumMod val="10000"/>
                  </a:schemeClr>
                </a:solidFill>
              </a:rPr>
              <a:t>LỚP: CNTT1</a:t>
            </a:r>
          </a:p>
        </p:txBody>
      </p:sp>
    </p:spTree>
    <p:extLst>
      <p:ext uri="{BB962C8B-B14F-4D97-AF65-F5344CB8AC3E}">
        <p14:creationId xmlns:p14="http://schemas.microsoft.com/office/powerpoint/2010/main" val="243104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F64DD220-B84A-3B32-34BB-7621AB436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5211274"/>
          </a:xfrm>
          <a:prstGeom prst="ellipse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Vấn</a:t>
            </a: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đề</a:t>
            </a:r>
            <a:b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</a:t>
            </a:r>
            <a:r>
              <a:rPr lang="en-US" sz="2100" dirty="0"/>
              <a:t>Tin </a:t>
            </a:r>
            <a:r>
              <a:rPr lang="en-US" sz="2100" dirty="0" err="1"/>
              <a:t>đăng</a:t>
            </a:r>
            <a:r>
              <a:rPr lang="en-US" sz="2100" dirty="0"/>
              <a:t> </a:t>
            </a:r>
            <a:r>
              <a:rPr lang="en-US" sz="2100" dirty="0" err="1"/>
              <a:t>bất</a:t>
            </a:r>
            <a:r>
              <a:rPr lang="en-US" sz="2100" dirty="0"/>
              <a:t> </a:t>
            </a:r>
            <a:r>
              <a:rPr lang="en-US" sz="2100" dirty="0" err="1"/>
              <a:t>động</a:t>
            </a:r>
            <a:r>
              <a:rPr lang="en-US" sz="2100" dirty="0"/>
              <a:t> </a:t>
            </a:r>
            <a:r>
              <a:rPr lang="en-US" sz="2100" dirty="0" err="1"/>
              <a:t>sản</a:t>
            </a:r>
            <a:r>
              <a:rPr lang="en-US" sz="2100" dirty="0"/>
              <a:t> </a:t>
            </a:r>
            <a:r>
              <a:rPr lang="en-US" sz="2100" dirty="0" err="1"/>
              <a:t>phân</a:t>
            </a:r>
            <a:r>
              <a:rPr lang="en-US" sz="2100" dirty="0"/>
              <a:t> </a:t>
            </a:r>
            <a:r>
              <a:rPr lang="en-US" sz="2100" dirty="0" err="1"/>
              <a:t>tán</a:t>
            </a:r>
            <a:r>
              <a:rPr lang="en-US" sz="2100" dirty="0"/>
              <a:t>.</a:t>
            </a:r>
            <a:br>
              <a:rPr lang="en-US" sz="2100" dirty="0"/>
            </a:br>
            <a:r>
              <a:rPr lang="en-US" sz="2100" dirty="0"/>
              <a:t>-</a:t>
            </a:r>
            <a:r>
              <a:rPr lang="en-US" sz="2100" dirty="0" err="1"/>
              <a:t>Khó</a:t>
            </a:r>
            <a:r>
              <a:rPr lang="en-US" sz="2100" dirty="0"/>
              <a:t> so </a:t>
            </a:r>
            <a:r>
              <a:rPr lang="en-US" sz="2100" dirty="0" err="1"/>
              <a:t>sánh</a:t>
            </a:r>
            <a:r>
              <a:rPr lang="en-US" sz="2100" dirty="0"/>
              <a:t> </a:t>
            </a:r>
            <a:r>
              <a:rPr lang="en-US" sz="2100" dirty="0" err="1"/>
              <a:t>và</a:t>
            </a:r>
            <a:r>
              <a:rPr lang="en-US" sz="2100" dirty="0"/>
              <a:t> </a:t>
            </a:r>
            <a:r>
              <a:rPr lang="en-US" sz="2100" dirty="0" err="1"/>
              <a:t>xác</a:t>
            </a:r>
            <a:r>
              <a:rPr lang="en-US" sz="2100" dirty="0"/>
              <a:t> </a:t>
            </a:r>
            <a:r>
              <a:rPr lang="en-US" sz="2100" dirty="0" err="1"/>
              <a:t>minh</a:t>
            </a:r>
            <a:r>
              <a:rPr lang="en-US" sz="2100" dirty="0"/>
              <a:t> </a:t>
            </a:r>
            <a:r>
              <a:rPr lang="en-US" sz="2100" dirty="0" err="1"/>
              <a:t>thông</a:t>
            </a:r>
            <a:r>
              <a:rPr lang="en-US" sz="2100" dirty="0"/>
              <a:t> tin.</a:t>
            </a:r>
            <a:br>
              <a:rPr lang="en-US" sz="2100" dirty="0"/>
            </a:br>
            <a:r>
              <a:rPr lang="en-US" sz="2100" dirty="0"/>
              <a:t>-</a:t>
            </a:r>
            <a:r>
              <a:rPr lang="en-US" sz="2100" dirty="0" err="1"/>
              <a:t>Thiếu</a:t>
            </a:r>
            <a:r>
              <a:rPr lang="en-US" sz="2100" dirty="0"/>
              <a:t> </a:t>
            </a:r>
            <a:r>
              <a:rPr lang="en-US" sz="2100" dirty="0" err="1"/>
              <a:t>lịch</a:t>
            </a:r>
            <a:r>
              <a:rPr lang="en-US" sz="2100" dirty="0"/>
              <a:t> </a:t>
            </a:r>
            <a:r>
              <a:rPr lang="en-US" sz="2100" dirty="0" err="1"/>
              <a:t>sử</a:t>
            </a:r>
            <a:r>
              <a:rPr lang="en-US" sz="2100" dirty="0"/>
              <a:t> </a:t>
            </a:r>
            <a:r>
              <a:rPr lang="en-US" sz="2100" dirty="0" err="1"/>
              <a:t>đấu</a:t>
            </a:r>
            <a:r>
              <a:rPr lang="en-US" sz="2100" dirty="0"/>
              <a:t> </a:t>
            </a:r>
            <a:r>
              <a:rPr lang="en-US" sz="2100" dirty="0" err="1"/>
              <a:t>giá</a:t>
            </a:r>
            <a:r>
              <a:rPr lang="en-US" sz="2100" dirty="0"/>
              <a:t> </a:t>
            </a:r>
            <a:r>
              <a:rPr lang="en-US" sz="2100" dirty="0" err="1"/>
              <a:t>rõ</a:t>
            </a:r>
            <a:r>
              <a:rPr lang="en-US" sz="2100" dirty="0"/>
              <a:t> </a:t>
            </a:r>
            <a:r>
              <a:rPr lang="en-US" sz="2100" dirty="0" err="1"/>
              <a:t>ràng</a:t>
            </a:r>
            <a:r>
              <a:rPr lang="en-US" sz="2100" dirty="0"/>
              <a:t>.</a:t>
            </a:r>
            <a:br>
              <a:rPr lang="en-US" sz="2100" dirty="0"/>
            </a:b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AC5B21B4-31E3-38F7-2A56-3C94A0692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95191"/>
            <a:ext cx="7214616" cy="404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0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0E50DF32-9230-9CDD-735D-32E4F4FB0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100" dirty="0">
                <a:solidFill>
                  <a:schemeClr val="accent3">
                    <a:lumMod val="50000"/>
                  </a:schemeClr>
                </a:solidFill>
              </a:rPr>
              <a:t>Giải pháp</a:t>
            </a:r>
            <a:br>
              <a:rPr lang="vi-VN" sz="4000" dirty="0"/>
            </a:br>
            <a:r>
              <a:rPr lang="vi-VN" sz="2000" dirty="0"/>
              <a:t>Một nền tảng giúp người dùng tìm kiếm tài sản, kiểm tra tin đăng và tham gia đấu giá trực tuyến.</a:t>
            </a:r>
            <a:br>
              <a:rPr lang="vi-VN" sz="2000" dirty="0"/>
            </a:br>
            <a:endParaRPr lang="en-US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64576383-5868-ACFC-C89F-4E7FFBB26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786" y="858525"/>
            <a:ext cx="6949208" cy="5211906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1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17F1547E-3F83-DCC0-17BF-497EB29C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4000" dirty="0"/>
              <a:t>Sản phẩm</a:t>
            </a:r>
            <a:br>
              <a:rPr lang="vi-VN" sz="4000" dirty="0"/>
            </a:br>
            <a:r>
              <a:rPr lang="vi-VN" sz="2000" dirty="0"/>
              <a:t>-tìm kiếm</a:t>
            </a:r>
            <a:br>
              <a:rPr lang="vi-VN" sz="2000" dirty="0"/>
            </a:br>
            <a:r>
              <a:rPr lang="vi-VN" sz="2000" dirty="0"/>
              <a:t>- hồ sơ tài sản</a:t>
            </a:r>
            <a:br>
              <a:rPr lang="vi-VN" sz="2000" dirty="0"/>
            </a:br>
            <a:r>
              <a:rPr lang="vi-VN" sz="2000" dirty="0"/>
              <a:t>- đấu giá</a:t>
            </a:r>
            <a:br>
              <a:rPr lang="vi-VN" sz="2000" dirty="0"/>
            </a:br>
            <a:r>
              <a:rPr lang="vi-VN" sz="2000" dirty="0"/>
              <a:t>- thông báo </a:t>
            </a:r>
            <a:br>
              <a:rPr lang="vi-VN" sz="2000" dirty="0"/>
            </a:br>
            <a:r>
              <a:rPr lang="vi-VN" sz="2000" dirty="0"/>
              <a:t>- quản lý môi giới.</a:t>
            </a:r>
            <a:br>
              <a:rPr lang="vi-VN" sz="2000" dirty="0"/>
            </a:br>
            <a:endParaRPr lang="en-US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0A9C4E37-1537-CF30-9F93-4A0E165F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849" y="858525"/>
            <a:ext cx="7419081" cy="5211906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2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Hình ảnh 4">
            <a:extLst>
              <a:ext uri="{FF2B5EF4-FFF2-40B4-BE49-F238E27FC236}">
                <a16:creationId xmlns:a16="http://schemas.microsoft.com/office/drawing/2014/main" id="{D3854BAD-B58F-F2A6-5468-189D1F7CC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47" b="2554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321ACD56-4077-26F4-3BAE-05AF00AF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537" y="5379173"/>
            <a:ext cx="11210925" cy="744836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vi-VN" sz="3100" dirty="0"/>
              <a:t>Khách hàng mục tiêu</a:t>
            </a:r>
            <a:br>
              <a:rPr lang="vi-VN" sz="3600" dirty="0"/>
            </a:br>
            <a:r>
              <a:rPr lang="vi-VN" sz="2000" dirty="0"/>
              <a:t>Người mua nhà, người bán bất động sản và môi giới.</a:t>
            </a:r>
            <a:br>
              <a:rPr lang="vi-VN" sz="2000" dirty="0"/>
            </a:b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27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2335B79E-643B-9494-93C3-18CA491CD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2899" y="2387176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4000" dirty="0"/>
              <a:t>Mô hình doanh thu</a:t>
            </a:r>
            <a:br>
              <a:rPr lang="vi-VN" sz="4000" dirty="0"/>
            </a:br>
            <a:r>
              <a:rPr lang="vi-VN" sz="2000" dirty="0"/>
              <a:t>Phí đăng tin nổi bật, gói công cụ môi giới và dịch vụ giao dịch phù hợp quy định pháp luật.</a:t>
            </a:r>
            <a:br>
              <a:rPr lang="vi-VN" sz="2000" dirty="0"/>
            </a:br>
            <a:endParaRPr lang="en-US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1A9997E7-AEBA-06A5-2D09-84893B704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238" y="1115414"/>
            <a:ext cx="7608304" cy="469812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EF4132A2-DDDE-35F3-7F6B-772AF9E03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3600" dirty="0">
                <a:solidFill>
                  <a:schemeClr val="bg2"/>
                </a:solidFill>
              </a:rPr>
              <a:t>Lợi thế cạnh tranh</a:t>
            </a:r>
            <a:br>
              <a:rPr lang="vi-VN" sz="3600" dirty="0">
                <a:solidFill>
                  <a:schemeClr val="bg2"/>
                </a:solidFill>
              </a:rPr>
            </a:br>
            <a:r>
              <a:rPr lang="vi-VN" sz="2000" dirty="0">
                <a:solidFill>
                  <a:schemeClr val="bg2"/>
                </a:solidFill>
              </a:rPr>
              <a:t>Duyệt tin, ghi nhận lịch sử giá và phân quyền truy cập dữ liệu.</a:t>
            </a:r>
            <a:br>
              <a:rPr lang="vi-VN" sz="2000" dirty="0">
                <a:solidFill>
                  <a:schemeClr val="bg2"/>
                </a:solidFill>
              </a:rPr>
            </a:br>
            <a:endParaRPr lang="en-US" sz="200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4875B68-2701-4AF0-E453-8FA0E4819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172" y="643466"/>
            <a:ext cx="5624987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31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1933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êu đề 1">
            <a:extLst>
              <a:ext uri="{FF2B5EF4-FFF2-40B4-BE49-F238E27FC236}">
                <a16:creationId xmlns:a16="http://schemas.microsoft.com/office/drawing/2014/main" id="{0747EC16-CCAA-E698-4D9E-C9B55A9CD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347" y="2072667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 sz="2200" dirty="0">
                <a:solidFill>
                  <a:schemeClr val="bg2"/>
                </a:solidFill>
              </a:rPr>
              <a:t>Chỉ số đánh giá</a:t>
            </a:r>
            <a:br>
              <a:rPr lang="vi-VN" sz="2800" dirty="0">
                <a:solidFill>
                  <a:schemeClr val="bg2"/>
                </a:solidFill>
              </a:rPr>
            </a:br>
            <a:r>
              <a:rPr lang="vi-VN" sz="1600" dirty="0">
                <a:solidFill>
                  <a:schemeClr val="bg2"/>
                </a:solidFill>
              </a:rPr>
              <a:t>Tỷ lệ tin hợp lệ, người dùng hoạt động, tỷ lệ liên hệ thành công và chi phí tìm khách hàng.</a:t>
            </a:r>
            <a:br>
              <a:rPr lang="vi-VN" sz="1600" dirty="0">
                <a:solidFill>
                  <a:schemeClr val="bg2"/>
                </a:solidFill>
              </a:rPr>
            </a:br>
            <a:endParaRPr lang="en-US" sz="1600" kern="1200" dirty="0">
              <a:solidFill>
                <a:schemeClr val="bg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EE5B8040-ED31-88AF-7303-DB74716CF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0" y="1423595"/>
            <a:ext cx="7188199" cy="400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7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ỗ dành sẵn cho Nội dung 4">
            <a:extLst>
              <a:ext uri="{FF2B5EF4-FFF2-40B4-BE49-F238E27FC236}">
                <a16:creationId xmlns:a16="http://schemas.microsoft.com/office/drawing/2014/main" id="{34BBA1EF-018A-FF62-0A1E-DA57C3253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280"/>
          <a:stretch>
            <a:fillRect/>
          </a:stretch>
        </p:blipFill>
        <p:spPr>
          <a:xfrm>
            <a:off x="-6588" y="10"/>
            <a:ext cx="1219858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044898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206</Words>
  <Application>Microsoft Office PowerPoint</Application>
  <PresentationFormat>Màn hình rộng</PresentationFormat>
  <Paragraphs>10</Paragraphs>
  <Slides>9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9</vt:i4>
      </vt:variant>
    </vt:vector>
  </HeadingPairs>
  <TitlesOfParts>
    <vt:vector size="13" baseType="lpstr">
      <vt:lpstr>Aptos Display</vt:lpstr>
      <vt:lpstr>Arial</vt:lpstr>
      <vt:lpstr>Times New Roman</vt:lpstr>
      <vt:lpstr>Chủ đề Office</vt:lpstr>
      <vt:lpstr>Bản trình bày PowerPoint</vt:lpstr>
      <vt:lpstr>Vấn đề -Tin đăng bất động sản phân tán. -Khó so sánh và xác minh thông tin. -Thiếu lịch sử đấu giá rõ ràng.    </vt:lpstr>
      <vt:lpstr>Giải pháp Một nền tảng giúp người dùng tìm kiếm tài sản, kiểm tra tin đăng và tham gia đấu giá trực tuyến. </vt:lpstr>
      <vt:lpstr>Sản phẩm -tìm kiếm - hồ sơ tài sản - đấu giá - thông báo  - quản lý môi giới. </vt:lpstr>
      <vt:lpstr>Khách hàng mục tiêu Người mua nhà, người bán bất động sản và môi giới. </vt:lpstr>
      <vt:lpstr>Mô hình doanh thu Phí đăng tin nổi bật, gói công cụ môi giới và dịch vụ giao dịch phù hợp quy định pháp luật. </vt:lpstr>
      <vt:lpstr>Lợi thế cạnh tranh Duyệt tin, ghi nhận lịch sử giá và phân quyền truy cập dữ liệu. </vt:lpstr>
      <vt:lpstr>Chỉ số đánh giá Tỷ lệ tin hợp lệ, người dùng hoạt động, tỷ lệ liên hệ thành công và chi phí tìm khách hàng. 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Huệ Hồng</dc:creator>
  <cp:lastModifiedBy>Huệ Hồng</cp:lastModifiedBy>
  <cp:revision>1</cp:revision>
  <dcterms:created xsi:type="dcterms:W3CDTF">2026-10-26T17:35:03Z</dcterms:created>
  <dcterms:modified xsi:type="dcterms:W3CDTF">2026-10-26T17:52:44Z</dcterms:modified>
</cp:coreProperties>
</file>